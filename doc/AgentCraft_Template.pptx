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ourier New Bold" charset="1" panose="02070609020205020404"/>
      <p:regular r:id="rId15"/>
    </p:embeddedFont>
    <p:embeddedFont>
      <p:font typeface="Arial" charset="1" panose="020B0604020202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11" Target="../media/image10.png" Type="http://schemas.openxmlformats.org/officeDocument/2006/relationships/image"/><Relationship Id="rId12" Target="../media/image11.jpe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jpeg" Type="http://schemas.openxmlformats.org/officeDocument/2006/relationships/image"/><Relationship Id="rId8" Target="../media/image11.jpeg" Type="http://schemas.openxmlformats.org/officeDocument/2006/relationships/image"/><Relationship Id="rId9" Target="../media/image8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2" Target="../media/image12.png" Type="http://schemas.openxmlformats.org/officeDocument/2006/relationships/image"/><Relationship Id="rId3" Target="../media/image18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jpeg" Type="http://schemas.openxmlformats.org/officeDocument/2006/relationships/image"/><Relationship Id="rId8" Target="../media/image11.jpeg" Type="http://schemas.openxmlformats.org/officeDocument/2006/relationships/image"/><Relationship Id="rId9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2" Target="../media/image12.png" Type="http://schemas.openxmlformats.org/officeDocument/2006/relationships/image"/><Relationship Id="rId3" Target="../media/image19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jpeg" Type="http://schemas.openxmlformats.org/officeDocument/2006/relationships/image"/><Relationship Id="rId8" Target="../media/image11.jpeg" Type="http://schemas.openxmlformats.org/officeDocument/2006/relationships/image"/><Relationship Id="rId9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2" Target="../media/image12.png" Type="http://schemas.openxmlformats.org/officeDocument/2006/relationships/image"/><Relationship Id="rId3" Target="../media/image20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jpeg" Type="http://schemas.openxmlformats.org/officeDocument/2006/relationships/image"/><Relationship Id="rId8" Target="../media/image11.jpeg" Type="http://schemas.openxmlformats.org/officeDocument/2006/relationships/image"/><Relationship Id="rId9" Target="../media/image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2" Target="../media/image12.png" Type="http://schemas.openxmlformats.org/officeDocument/2006/relationships/image"/><Relationship Id="rId3" Target="../media/image21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jpeg" Type="http://schemas.openxmlformats.org/officeDocument/2006/relationships/image"/><Relationship Id="rId8" Target="../media/image11.jpeg" Type="http://schemas.openxmlformats.org/officeDocument/2006/relationships/image"/><Relationship Id="rId9" Target="../media/image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2" Target="../media/image12.png" Type="http://schemas.openxmlformats.org/officeDocument/2006/relationships/image"/><Relationship Id="rId3" Target="../media/image22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jpeg" Type="http://schemas.openxmlformats.org/officeDocument/2006/relationships/image"/><Relationship Id="rId8" Target="../media/image11.jpeg" Type="http://schemas.openxmlformats.org/officeDocument/2006/relationships/image"/><Relationship Id="rId9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2" Target="../media/image12.png" Type="http://schemas.openxmlformats.org/officeDocument/2006/relationships/image"/><Relationship Id="rId3" Target="../media/image2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jpeg" Type="http://schemas.openxmlformats.org/officeDocument/2006/relationships/image"/><Relationship Id="rId8" Target="../media/image11.jpeg" Type="http://schemas.openxmlformats.org/officeDocument/2006/relationships/image"/><Relationship Id="rId9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11" Target="../media/image14.png" Type="http://schemas.openxmlformats.org/officeDocument/2006/relationships/image"/><Relationship Id="rId12" Target="../media/image15.png" Type="http://schemas.openxmlformats.org/officeDocument/2006/relationships/image"/><Relationship Id="rId13" Target="../media/image16.png" Type="http://schemas.openxmlformats.org/officeDocument/2006/relationships/image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17.jpeg" Type="http://schemas.openxmlformats.org/officeDocument/2006/relationships/image"/><Relationship Id="rId8" Target="../media/image11.jpeg" Type="http://schemas.openxmlformats.org/officeDocument/2006/relationships/image"/><Relationship Id="rId9" Target="../media/image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040761" cy="9472327"/>
            <a:chOff x="0" y="0"/>
            <a:chExt cx="4054348" cy="12629769"/>
          </a:xfrm>
        </p:grpSpPr>
        <p:sp>
          <p:nvSpPr>
            <p:cNvPr name="Freeform 3" id="3" descr="Minecraft cliff with Steve, tree and sun"/>
            <p:cNvSpPr/>
            <p:nvPr/>
          </p:nvSpPr>
          <p:spPr>
            <a:xfrm flipH="false" flipV="false" rot="0">
              <a:off x="0" y="0"/>
              <a:ext cx="4054348" cy="12629769"/>
            </a:xfrm>
            <a:custGeom>
              <a:avLst/>
              <a:gdLst/>
              <a:ahLst/>
              <a:cxnLst/>
              <a:rect r="r" b="b" t="t" l="l"/>
              <a:pathLst>
                <a:path h="12629769" w="4054348">
                  <a:moveTo>
                    <a:pt x="0" y="0"/>
                  </a:moveTo>
                  <a:lnTo>
                    <a:pt x="4054348" y="0"/>
                  </a:lnTo>
                  <a:lnTo>
                    <a:pt x="4054348" y="12629769"/>
                  </a:lnTo>
                  <a:lnTo>
                    <a:pt x="0" y="126297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203824" y="3500161"/>
            <a:ext cx="3084481" cy="5972175"/>
            <a:chOff x="0" y="0"/>
            <a:chExt cx="4112641" cy="7962900"/>
          </a:xfrm>
        </p:grpSpPr>
        <p:sp>
          <p:nvSpPr>
            <p:cNvPr name="Freeform 5" id="5" descr="Minecraft cliff with Alex and tree"/>
            <p:cNvSpPr/>
            <p:nvPr/>
          </p:nvSpPr>
          <p:spPr>
            <a:xfrm flipH="false" flipV="false" rot="0">
              <a:off x="0" y="0"/>
              <a:ext cx="4112641" cy="7962900"/>
            </a:xfrm>
            <a:custGeom>
              <a:avLst/>
              <a:gdLst/>
              <a:ahLst/>
              <a:cxnLst/>
              <a:rect r="r" b="b" t="t" l="l"/>
              <a:pathLst>
                <a:path h="7962900" w="4112641">
                  <a:moveTo>
                    <a:pt x="0" y="0"/>
                  </a:moveTo>
                  <a:lnTo>
                    <a:pt x="4112641" y="0"/>
                  </a:lnTo>
                  <a:lnTo>
                    <a:pt x="4112641" y="7962900"/>
                  </a:lnTo>
                  <a:lnTo>
                    <a:pt x="0" y="796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472308"/>
            <a:ext cx="18288000" cy="814673"/>
            <a:chOff x="0" y="0"/>
            <a:chExt cx="24384000" cy="1086231"/>
          </a:xfrm>
        </p:grpSpPr>
        <p:sp>
          <p:nvSpPr>
            <p:cNvPr name="Freeform 7" id="7" descr="Pixelated grass and dirt footer"/>
            <p:cNvSpPr/>
            <p:nvPr/>
          </p:nvSpPr>
          <p:spPr>
            <a:xfrm flipH="false" flipV="false" rot="0">
              <a:off x="0" y="0"/>
              <a:ext cx="24384000" cy="1086231"/>
            </a:xfrm>
            <a:custGeom>
              <a:avLst/>
              <a:gdLst/>
              <a:ahLst/>
              <a:cxnLst/>
              <a:rect r="r" b="b" t="t" l="l"/>
              <a:pathLst>
                <a:path h="108623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86231"/>
                  </a:lnTo>
                  <a:lnTo>
                    <a:pt x="0" y="1086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47" r="0" b="-34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046564" y="468935"/>
            <a:ext cx="8349996" cy="2757583"/>
            <a:chOff x="0" y="0"/>
            <a:chExt cx="11133328" cy="3676777"/>
          </a:xfrm>
        </p:grpSpPr>
        <p:sp>
          <p:nvSpPr>
            <p:cNvPr name="Freeform 9" id="9" descr="AgentCraft National Agentic AI Challenge"/>
            <p:cNvSpPr/>
            <p:nvPr/>
          </p:nvSpPr>
          <p:spPr>
            <a:xfrm flipH="false" flipV="false" rot="0">
              <a:off x="0" y="0"/>
              <a:ext cx="11133328" cy="3676777"/>
            </a:xfrm>
            <a:custGeom>
              <a:avLst/>
              <a:gdLst/>
              <a:ahLst/>
              <a:cxnLst/>
              <a:rect r="r" b="b" t="t" l="l"/>
              <a:pathLst>
                <a:path h="3676777" w="11133328">
                  <a:moveTo>
                    <a:pt x="0" y="0"/>
                  </a:moveTo>
                  <a:lnTo>
                    <a:pt x="11133328" y="0"/>
                  </a:lnTo>
                  <a:lnTo>
                    <a:pt x="11133328" y="3676777"/>
                  </a:lnTo>
                  <a:lnTo>
                    <a:pt x="0" y="3676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972748" y="299999"/>
            <a:ext cx="1376934" cy="1249966"/>
            <a:chOff x="0" y="0"/>
            <a:chExt cx="1835912" cy="1666621"/>
          </a:xfrm>
        </p:grpSpPr>
        <p:sp>
          <p:nvSpPr>
            <p:cNvPr name="Freeform 11" id="11" descr="ASTRA Student Association logo"/>
            <p:cNvSpPr/>
            <p:nvPr/>
          </p:nvSpPr>
          <p:spPr>
            <a:xfrm flipH="false" flipV="false" rot="0">
              <a:off x="0" y="0"/>
              <a:ext cx="1835912" cy="1666621"/>
            </a:xfrm>
            <a:custGeom>
              <a:avLst/>
              <a:gdLst/>
              <a:ahLst/>
              <a:cxnLst/>
              <a:rect r="r" b="b" t="t" l="l"/>
              <a:pathLst>
                <a:path h="1666621" w="1835912">
                  <a:moveTo>
                    <a:pt x="0" y="0"/>
                  </a:moveTo>
                  <a:lnTo>
                    <a:pt x="1835912" y="0"/>
                  </a:lnTo>
                  <a:lnTo>
                    <a:pt x="1835912" y="1666621"/>
                  </a:lnTo>
                  <a:lnTo>
                    <a:pt x="0" y="1666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16" r="0" b="-416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737184" y="299999"/>
            <a:ext cx="1055560" cy="1250061"/>
            <a:chOff x="0" y="0"/>
            <a:chExt cx="1407414" cy="1666748"/>
          </a:xfrm>
        </p:grpSpPr>
        <p:sp>
          <p:nvSpPr>
            <p:cNvPr name="Freeform 13" id="13" descr="Algo Vedas CSE AIML logo"/>
            <p:cNvSpPr/>
            <p:nvPr/>
          </p:nvSpPr>
          <p:spPr>
            <a:xfrm flipH="false" flipV="false" rot="0">
              <a:off x="0" y="0"/>
              <a:ext cx="1407414" cy="1666748"/>
            </a:xfrm>
            <a:custGeom>
              <a:avLst/>
              <a:gdLst/>
              <a:ahLst/>
              <a:cxnLst/>
              <a:rect r="r" b="b" t="t" l="l"/>
              <a:pathLst>
                <a:path h="1666748" w="1407414">
                  <a:moveTo>
                    <a:pt x="0" y="0"/>
                  </a:moveTo>
                  <a:lnTo>
                    <a:pt x="1407414" y="0"/>
                  </a:lnTo>
                  <a:lnTo>
                    <a:pt x="1407414" y="1666748"/>
                  </a:lnTo>
                  <a:lnTo>
                    <a:pt x="0" y="16667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91" r="0" b="-29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529733" y="299999"/>
            <a:ext cx="1370267" cy="1249966"/>
            <a:chOff x="0" y="0"/>
            <a:chExt cx="1827022" cy="1666621"/>
          </a:xfrm>
        </p:grpSpPr>
        <p:sp>
          <p:nvSpPr>
            <p:cNvPr name="Freeform 15" id="15" descr="Artificial Intelligence Institute logo"/>
            <p:cNvSpPr/>
            <p:nvPr/>
          </p:nvSpPr>
          <p:spPr>
            <a:xfrm flipH="false" flipV="false" rot="0">
              <a:off x="0" y="0"/>
              <a:ext cx="1827022" cy="1666621"/>
            </a:xfrm>
            <a:custGeom>
              <a:avLst/>
              <a:gdLst/>
              <a:ahLst/>
              <a:cxnLst/>
              <a:rect r="r" b="b" t="t" l="l"/>
              <a:pathLst>
                <a:path h="1666621" w="1827022">
                  <a:moveTo>
                    <a:pt x="0" y="0"/>
                  </a:moveTo>
                  <a:lnTo>
                    <a:pt x="1827022" y="0"/>
                  </a:lnTo>
                  <a:lnTo>
                    <a:pt x="1827022" y="1666621"/>
                  </a:lnTo>
                  <a:lnTo>
                    <a:pt x="0" y="1666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92" r="0" b="-93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688092" y="3290849"/>
            <a:ext cx="7131463" cy="591407"/>
            <a:chOff x="0" y="0"/>
            <a:chExt cx="9508617" cy="78854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508617" cy="788543"/>
            </a:xfrm>
            <a:custGeom>
              <a:avLst/>
              <a:gdLst/>
              <a:ahLst/>
              <a:cxnLst/>
              <a:rect r="r" b="b" t="t" l="l"/>
              <a:pathLst>
                <a:path h="788543" w="9508617">
                  <a:moveTo>
                    <a:pt x="0" y="0"/>
                  </a:moveTo>
                  <a:lnTo>
                    <a:pt x="9508617" y="0"/>
                  </a:lnTo>
                  <a:lnTo>
                    <a:pt x="9508617" y="788543"/>
                  </a:lnTo>
                  <a:lnTo>
                    <a:pt x="0" y="788543"/>
                  </a:lnTo>
                  <a:close/>
                </a:path>
              </a:pathLst>
            </a:custGeom>
            <a:solidFill>
              <a:srgbClr val="7CBF4A"/>
            </a:solidFill>
            <a:ln w="28575" cap="sq">
              <a:solidFill>
                <a:srgbClr val="3E8E2B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5709523" y="3305137"/>
            <a:ext cx="7088572" cy="555717"/>
            <a:chOff x="0" y="0"/>
            <a:chExt cx="9451429" cy="7409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451467" cy="740918"/>
            </a:xfrm>
            <a:custGeom>
              <a:avLst/>
              <a:gdLst/>
              <a:ahLst/>
              <a:cxnLst/>
              <a:rect r="r" b="b" t="t" l="l"/>
              <a:pathLst>
                <a:path h="740918" w="9451467">
                  <a:moveTo>
                    <a:pt x="0" y="0"/>
                  </a:moveTo>
                  <a:lnTo>
                    <a:pt x="9451467" y="0"/>
                  </a:lnTo>
                  <a:lnTo>
                    <a:pt x="9451467" y="740918"/>
                  </a:lnTo>
                  <a:lnTo>
                    <a:pt x="0" y="74091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98383" r="0" b="-198387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709523" y="3297993"/>
            <a:ext cx="7088572" cy="562861"/>
            <a:chOff x="0" y="0"/>
            <a:chExt cx="9451429" cy="75048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451429" cy="750481"/>
            </a:xfrm>
            <a:custGeom>
              <a:avLst/>
              <a:gdLst/>
              <a:ahLst/>
              <a:cxnLst/>
              <a:rect r="r" b="b" t="t" l="l"/>
              <a:pathLst>
                <a:path h="750481" w="9451429">
                  <a:moveTo>
                    <a:pt x="0" y="0"/>
                  </a:moveTo>
                  <a:lnTo>
                    <a:pt x="9451429" y="0"/>
                  </a:lnTo>
                  <a:lnTo>
                    <a:pt x="9451429" y="750481"/>
                  </a:lnTo>
                  <a:lnTo>
                    <a:pt x="0" y="750481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95391" r="0" b="-195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9451429" cy="7600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8"/>
                </a:lnSpc>
              </a:pPr>
              <a:r>
                <a:rPr lang="en-US" sz="2400" b="true">
                  <a:solidFill>
                    <a:srgbClr val="252A31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FOR SUSTAINABLE DEVELOPMENT GOALS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676183" y="4186190"/>
            <a:ext cx="2047589" cy="517589"/>
            <a:chOff x="0" y="0"/>
            <a:chExt cx="2730119" cy="69011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730119" cy="690118"/>
            </a:xfrm>
            <a:custGeom>
              <a:avLst/>
              <a:gdLst/>
              <a:ahLst/>
              <a:cxnLst/>
              <a:rect r="r" b="b" t="t" l="l"/>
              <a:pathLst>
                <a:path h="690118" w="2730119">
                  <a:moveTo>
                    <a:pt x="0" y="0"/>
                  </a:moveTo>
                  <a:lnTo>
                    <a:pt x="2730119" y="0"/>
                  </a:lnTo>
                  <a:lnTo>
                    <a:pt x="2730119" y="690118"/>
                  </a:lnTo>
                  <a:lnTo>
                    <a:pt x="0" y="690118"/>
                  </a:lnTo>
                  <a:close/>
                </a:path>
              </a:pathLst>
            </a:custGeom>
            <a:solidFill>
              <a:srgbClr val="4F8F2F"/>
            </a:solidFill>
            <a:ln w="19050" cap="sq">
              <a:solidFill>
                <a:srgbClr val="2F6B1E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3690471" y="4193334"/>
            <a:ext cx="2019052" cy="496195"/>
            <a:chOff x="0" y="0"/>
            <a:chExt cx="2692070" cy="66159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692019" cy="661543"/>
            </a:xfrm>
            <a:custGeom>
              <a:avLst/>
              <a:gdLst/>
              <a:ahLst/>
              <a:cxnLst/>
              <a:rect r="r" b="b" t="t" l="l"/>
              <a:pathLst>
                <a:path h="661543" w="2692019">
                  <a:moveTo>
                    <a:pt x="0" y="0"/>
                  </a:moveTo>
                  <a:lnTo>
                    <a:pt x="2692019" y="0"/>
                  </a:lnTo>
                  <a:lnTo>
                    <a:pt x="2692019" y="661543"/>
                  </a:lnTo>
                  <a:lnTo>
                    <a:pt x="0" y="661543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9232" r="-1" b="-29241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3690471" y="4186190"/>
            <a:ext cx="2019052" cy="503339"/>
            <a:chOff x="0" y="0"/>
            <a:chExt cx="2692070" cy="67111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692069" cy="671118"/>
            </a:xfrm>
            <a:custGeom>
              <a:avLst/>
              <a:gdLst/>
              <a:ahLst/>
              <a:cxnLst/>
              <a:rect r="r" b="b" t="t" l="l"/>
              <a:pathLst>
                <a:path h="671118" w="2692069">
                  <a:moveTo>
                    <a:pt x="0" y="0"/>
                  </a:moveTo>
                  <a:lnTo>
                    <a:pt x="2692069" y="0"/>
                  </a:lnTo>
                  <a:lnTo>
                    <a:pt x="2692069" y="671118"/>
                  </a:lnTo>
                  <a:lnTo>
                    <a:pt x="0" y="67111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8160" r="0" b="-2816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2692070" cy="6806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TRACK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432372" y="4632379"/>
            <a:ext cx="11575256" cy="785241"/>
            <a:chOff x="0" y="0"/>
            <a:chExt cx="15433675" cy="104698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433675" cy="1046988"/>
            </a:xfrm>
            <a:custGeom>
              <a:avLst/>
              <a:gdLst/>
              <a:ahLst/>
              <a:cxnLst/>
              <a:rect r="r" b="b" t="t" l="l"/>
              <a:pathLst>
                <a:path h="1046988" w="15433675">
                  <a:moveTo>
                    <a:pt x="0" y="0"/>
                  </a:moveTo>
                  <a:lnTo>
                    <a:pt x="15433675" y="0"/>
                  </a:lnTo>
                  <a:lnTo>
                    <a:pt x="15433675" y="1046988"/>
                  </a:lnTo>
                  <a:lnTo>
                    <a:pt x="0" y="1046988"/>
                  </a:lnTo>
                  <a:close/>
                </a:path>
              </a:pathLst>
            </a:custGeom>
            <a:solidFill>
              <a:srgbClr val="EBE3D3"/>
            </a:solidFill>
            <a:ln w="38100" cap="sq">
              <a:solidFill>
                <a:srgbClr val="8F8372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3040761" y="4041429"/>
            <a:ext cx="659244" cy="800005"/>
            <a:chOff x="0" y="0"/>
            <a:chExt cx="878992" cy="1066673"/>
          </a:xfrm>
        </p:grpSpPr>
        <p:sp>
          <p:nvSpPr>
            <p:cNvPr name="Freeform 33" id="33" descr="Minecraft grass block"/>
            <p:cNvSpPr/>
            <p:nvPr/>
          </p:nvSpPr>
          <p:spPr>
            <a:xfrm flipH="false" flipV="false" rot="0">
              <a:off x="0" y="0"/>
              <a:ext cx="878967" cy="1066673"/>
            </a:xfrm>
            <a:custGeom>
              <a:avLst/>
              <a:gdLst/>
              <a:ahLst/>
              <a:cxnLst/>
              <a:rect r="r" b="b" t="t" l="l"/>
              <a:pathLst>
                <a:path h="1066673" w="878967">
                  <a:moveTo>
                    <a:pt x="0" y="0"/>
                  </a:moveTo>
                  <a:lnTo>
                    <a:pt x="878967" y="0"/>
                  </a:lnTo>
                  <a:lnTo>
                    <a:pt x="878967" y="1066673"/>
                  </a:lnTo>
                  <a:lnTo>
                    <a:pt x="0" y="1066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0676" t="0" r="-10679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3676183" y="5696188"/>
            <a:ext cx="6347650" cy="517589"/>
            <a:chOff x="0" y="0"/>
            <a:chExt cx="8463534" cy="69011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463534" cy="690118"/>
            </a:xfrm>
            <a:custGeom>
              <a:avLst/>
              <a:gdLst/>
              <a:ahLst/>
              <a:cxnLst/>
              <a:rect r="r" b="b" t="t" l="l"/>
              <a:pathLst>
                <a:path h="690118" w="8463534">
                  <a:moveTo>
                    <a:pt x="0" y="0"/>
                  </a:moveTo>
                  <a:lnTo>
                    <a:pt x="8463534" y="0"/>
                  </a:lnTo>
                  <a:lnTo>
                    <a:pt x="8463534" y="690118"/>
                  </a:lnTo>
                  <a:lnTo>
                    <a:pt x="0" y="690118"/>
                  </a:lnTo>
                  <a:close/>
                </a:path>
              </a:pathLst>
            </a:custGeom>
            <a:solidFill>
              <a:srgbClr val="4F8F2F"/>
            </a:solidFill>
            <a:ln w="19050" cap="sq">
              <a:solidFill>
                <a:srgbClr val="2F6B1E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3690471" y="5703332"/>
            <a:ext cx="6319047" cy="496195"/>
            <a:chOff x="0" y="0"/>
            <a:chExt cx="8425396" cy="66159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425434" cy="661543"/>
            </a:xfrm>
            <a:custGeom>
              <a:avLst/>
              <a:gdLst/>
              <a:ahLst/>
              <a:cxnLst/>
              <a:rect r="r" b="b" t="t" l="l"/>
              <a:pathLst>
                <a:path h="661543" w="8425434">
                  <a:moveTo>
                    <a:pt x="0" y="0"/>
                  </a:moveTo>
                  <a:lnTo>
                    <a:pt x="8425434" y="0"/>
                  </a:lnTo>
                  <a:lnTo>
                    <a:pt x="8425434" y="661543"/>
                  </a:lnTo>
                  <a:lnTo>
                    <a:pt x="0" y="661543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97984" r="0" b="-197991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690471" y="5696188"/>
            <a:ext cx="6319047" cy="503339"/>
            <a:chOff x="0" y="0"/>
            <a:chExt cx="8425396" cy="67111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425396" cy="671118"/>
            </a:xfrm>
            <a:custGeom>
              <a:avLst/>
              <a:gdLst/>
              <a:ahLst/>
              <a:cxnLst/>
              <a:rect r="r" b="b" t="t" l="l"/>
              <a:pathLst>
                <a:path h="671118" w="8425396">
                  <a:moveTo>
                    <a:pt x="0" y="0"/>
                  </a:moveTo>
                  <a:lnTo>
                    <a:pt x="8425396" y="0"/>
                  </a:lnTo>
                  <a:lnTo>
                    <a:pt x="8425396" y="671118"/>
                  </a:lnTo>
                  <a:lnTo>
                    <a:pt x="0" y="67111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94620" r="0" b="-19462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8425396" cy="6806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PROBLEM STATEMENT (PS) TITLE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3432372" y="6142377"/>
            <a:ext cx="11575256" cy="785241"/>
            <a:chOff x="0" y="0"/>
            <a:chExt cx="15433675" cy="104698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5433675" cy="1046988"/>
            </a:xfrm>
            <a:custGeom>
              <a:avLst/>
              <a:gdLst/>
              <a:ahLst/>
              <a:cxnLst/>
              <a:rect r="r" b="b" t="t" l="l"/>
              <a:pathLst>
                <a:path h="1046988" w="15433675">
                  <a:moveTo>
                    <a:pt x="0" y="0"/>
                  </a:moveTo>
                  <a:lnTo>
                    <a:pt x="15433675" y="0"/>
                  </a:lnTo>
                  <a:lnTo>
                    <a:pt x="15433675" y="1046988"/>
                  </a:lnTo>
                  <a:lnTo>
                    <a:pt x="0" y="1046988"/>
                  </a:lnTo>
                  <a:close/>
                </a:path>
              </a:pathLst>
            </a:custGeom>
            <a:solidFill>
              <a:srgbClr val="EBE3D3"/>
            </a:solidFill>
            <a:ln w="38100" cap="sq">
              <a:solidFill>
                <a:srgbClr val="8F8372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3040761" y="5551427"/>
            <a:ext cx="659244" cy="800005"/>
            <a:chOff x="0" y="0"/>
            <a:chExt cx="878992" cy="1066673"/>
          </a:xfrm>
        </p:grpSpPr>
        <p:sp>
          <p:nvSpPr>
            <p:cNvPr name="Freeform 44" id="44" descr="Minecraft grass block"/>
            <p:cNvSpPr/>
            <p:nvPr/>
          </p:nvSpPr>
          <p:spPr>
            <a:xfrm flipH="false" flipV="false" rot="0">
              <a:off x="0" y="0"/>
              <a:ext cx="878967" cy="1066673"/>
            </a:xfrm>
            <a:custGeom>
              <a:avLst/>
              <a:gdLst/>
              <a:ahLst/>
              <a:cxnLst/>
              <a:rect r="r" b="b" t="t" l="l"/>
              <a:pathLst>
                <a:path h="1066673" w="878967">
                  <a:moveTo>
                    <a:pt x="0" y="0"/>
                  </a:moveTo>
                  <a:lnTo>
                    <a:pt x="878967" y="0"/>
                  </a:lnTo>
                  <a:lnTo>
                    <a:pt x="878967" y="1066673"/>
                  </a:lnTo>
                  <a:lnTo>
                    <a:pt x="0" y="1066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0676" t="0" r="-10679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2876188" y="7136187"/>
            <a:ext cx="12547663" cy="2297620"/>
            <a:chOff x="0" y="0"/>
            <a:chExt cx="16730218" cy="306349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6730218" cy="3063494"/>
            </a:xfrm>
            <a:custGeom>
              <a:avLst/>
              <a:gdLst/>
              <a:ahLst/>
              <a:cxnLst/>
              <a:rect r="r" b="b" t="t" l="l"/>
              <a:pathLst>
                <a:path h="3063494" w="16730218">
                  <a:moveTo>
                    <a:pt x="0" y="0"/>
                  </a:moveTo>
                  <a:lnTo>
                    <a:pt x="16730218" y="0"/>
                  </a:lnTo>
                  <a:lnTo>
                    <a:pt x="16730218" y="3063494"/>
                  </a:lnTo>
                  <a:lnTo>
                    <a:pt x="0" y="3063494"/>
                  </a:lnTo>
                  <a:close/>
                </a:path>
              </a:pathLst>
            </a:custGeom>
            <a:solidFill>
              <a:srgbClr val="F4F0E6"/>
            </a:solidFill>
            <a:ln w="19050" cap="sq">
              <a:solidFill>
                <a:srgbClr val="8F8372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7286187" y="7036184"/>
            <a:ext cx="3707606" cy="537591"/>
            <a:chOff x="0" y="0"/>
            <a:chExt cx="4943475" cy="71678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943475" cy="716788"/>
            </a:xfrm>
            <a:custGeom>
              <a:avLst/>
              <a:gdLst/>
              <a:ahLst/>
              <a:cxnLst/>
              <a:rect r="r" b="b" t="t" l="l"/>
              <a:pathLst>
                <a:path h="716788" w="4943475">
                  <a:moveTo>
                    <a:pt x="0" y="0"/>
                  </a:moveTo>
                  <a:lnTo>
                    <a:pt x="4943475" y="0"/>
                  </a:lnTo>
                  <a:lnTo>
                    <a:pt x="4943475" y="716788"/>
                  </a:lnTo>
                  <a:lnTo>
                    <a:pt x="0" y="716788"/>
                  </a:lnTo>
                  <a:close/>
                </a:path>
              </a:pathLst>
            </a:custGeom>
            <a:solidFill>
              <a:srgbClr val="4F8F2F"/>
            </a:solidFill>
            <a:ln w="19050" cap="sq">
              <a:solidFill>
                <a:srgbClr val="2F6B1E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7300474" y="7043328"/>
            <a:ext cx="3679050" cy="516198"/>
            <a:chOff x="0" y="0"/>
            <a:chExt cx="4905400" cy="68826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905375" cy="688213"/>
            </a:xfrm>
            <a:custGeom>
              <a:avLst/>
              <a:gdLst/>
              <a:ahLst/>
              <a:cxnLst/>
              <a:rect r="r" b="b" t="t" l="l"/>
              <a:pathLst>
                <a:path h="688213" w="4905375">
                  <a:moveTo>
                    <a:pt x="0" y="0"/>
                  </a:moveTo>
                  <a:lnTo>
                    <a:pt x="4905375" y="0"/>
                  </a:lnTo>
                  <a:lnTo>
                    <a:pt x="4905375" y="688213"/>
                  </a:lnTo>
                  <a:lnTo>
                    <a:pt x="0" y="688213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88783" r="0" b="-88791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7300474" y="7036184"/>
            <a:ext cx="3679050" cy="523342"/>
            <a:chOff x="0" y="0"/>
            <a:chExt cx="4905400" cy="69778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905400" cy="697789"/>
            </a:xfrm>
            <a:custGeom>
              <a:avLst/>
              <a:gdLst/>
              <a:ahLst/>
              <a:cxnLst/>
              <a:rect r="r" b="b" t="t" l="l"/>
              <a:pathLst>
                <a:path h="697789" w="4905400">
                  <a:moveTo>
                    <a:pt x="0" y="0"/>
                  </a:moveTo>
                  <a:lnTo>
                    <a:pt x="4905400" y="0"/>
                  </a:lnTo>
                  <a:lnTo>
                    <a:pt x="4905400" y="697789"/>
                  </a:lnTo>
                  <a:lnTo>
                    <a:pt x="0" y="697789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86978" r="0" b="-8697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4905400" cy="7073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8"/>
                </a:lnSpc>
              </a:pPr>
              <a:r>
                <a:rPr lang="en-US" sz="2400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TEAM DETAILS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3300003" y="7700000"/>
            <a:ext cx="11660696" cy="1689068"/>
            <a:chOff x="0" y="0"/>
            <a:chExt cx="15547594" cy="225209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5547594" cy="2252091"/>
            </a:xfrm>
            <a:custGeom>
              <a:avLst/>
              <a:gdLst/>
              <a:ahLst/>
              <a:cxnLst/>
              <a:rect r="r" b="b" t="t" l="l"/>
              <a:pathLst>
                <a:path h="2252091" w="15547594">
                  <a:moveTo>
                    <a:pt x="0" y="0"/>
                  </a:moveTo>
                  <a:lnTo>
                    <a:pt x="15547594" y="0"/>
                  </a:lnTo>
                  <a:lnTo>
                    <a:pt x="15547594" y="2252091"/>
                  </a:lnTo>
                  <a:lnTo>
                    <a:pt x="0" y="2252091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0" t="-84423" r="0" b="-84423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3300003" y="7700000"/>
            <a:ext cx="11660686" cy="1689106"/>
            <a:chOff x="0" y="0"/>
            <a:chExt cx="15547581" cy="225214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5547594" cy="2252091"/>
            </a:xfrm>
            <a:custGeom>
              <a:avLst/>
              <a:gdLst/>
              <a:ahLst/>
              <a:cxnLst/>
              <a:rect r="r" b="b" t="t" l="l"/>
              <a:pathLst>
                <a:path h="2252091" w="15547594">
                  <a:moveTo>
                    <a:pt x="0" y="0"/>
                  </a:moveTo>
                  <a:lnTo>
                    <a:pt x="15547594" y="0"/>
                  </a:lnTo>
                  <a:lnTo>
                    <a:pt x="15547594" y="2252091"/>
                  </a:lnTo>
                  <a:lnTo>
                    <a:pt x="0" y="2252091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84422" r="0" b="-84424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3300003" y="7700000"/>
            <a:ext cx="11660686" cy="1689106"/>
            <a:chOff x="0" y="0"/>
            <a:chExt cx="15547581" cy="225214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5547581" cy="2252141"/>
            </a:xfrm>
            <a:custGeom>
              <a:avLst/>
              <a:gdLst/>
              <a:ahLst/>
              <a:cxnLst/>
              <a:rect r="r" b="b" t="t" l="l"/>
              <a:pathLst>
                <a:path h="2252141" w="15547581">
                  <a:moveTo>
                    <a:pt x="0" y="0"/>
                  </a:moveTo>
                  <a:lnTo>
                    <a:pt x="15547581" y="0"/>
                  </a:lnTo>
                  <a:lnTo>
                    <a:pt x="15547581" y="2252141"/>
                  </a:lnTo>
                  <a:lnTo>
                    <a:pt x="0" y="2252141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84514" r="0" b="-84514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15547581" cy="2252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98"/>
                </a:lnSpc>
              </a:pPr>
              <a:r>
                <a:rPr lang="en-US" sz="3999" b="true">
                  <a:solidFill>
                    <a:srgbClr val="A8760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[ YOUR TEAM NAME ]</a:t>
              </a:r>
            </a:p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3A3A3A"/>
                  </a:solidFill>
                  <a:latin typeface="Arial"/>
                  <a:ea typeface="Arial"/>
                  <a:cs typeface="Arial"/>
                  <a:sym typeface="Arial"/>
                </a:rPr>
                <a:t>[Member 1]  |  [Member 2]  |  [Member 3]  |  [Member 4]</a:t>
              </a:r>
            </a:p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3A3A3A"/>
                  </a:solidFill>
                  <a:latin typeface="Arial"/>
                  <a:ea typeface="Arial"/>
                  <a:cs typeface="Arial"/>
                  <a:sym typeface="Arial"/>
                </a:rPr>
                <a:t>[College &amp; Year]  |  Mentor: [Name, optional]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738360"/>
            <a:ext cx="18288000" cy="548640"/>
            <a:chOff x="0" y="0"/>
            <a:chExt cx="24384000" cy="731520"/>
          </a:xfrm>
        </p:grpSpPr>
        <p:sp>
          <p:nvSpPr>
            <p:cNvPr name="Freeform 3" id="3" descr="/home/claude/ac/d/footer.png"/>
            <p:cNvSpPr/>
            <p:nvPr/>
          </p:nvSpPr>
          <p:spPr>
            <a:xfrm flipH="false" flipV="false" rot="0">
              <a:off x="0" y="0"/>
              <a:ext cx="2438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411480"/>
            <a:ext cx="987552" cy="987552"/>
            <a:chOff x="0" y="0"/>
            <a:chExt cx="1316736" cy="1316736"/>
          </a:xfrm>
        </p:grpSpPr>
        <p:sp>
          <p:nvSpPr>
            <p:cNvPr name="Freeform 5" id="5" descr="Minecraft crafting table icon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316736"/>
                  </a:lnTo>
                  <a:lnTo>
                    <a:pt x="0" y="131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1737360"/>
            <a:ext cx="14081760" cy="64008"/>
            <a:chOff x="0" y="0"/>
            <a:chExt cx="18775680" cy="853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775680" cy="85344"/>
            </a:xfrm>
            <a:custGeom>
              <a:avLst/>
              <a:gdLst/>
              <a:ahLst/>
              <a:cxnLst/>
              <a:rect r="r" b="b" t="t" l="l"/>
              <a:pathLst>
                <a:path h="85344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65A84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356080" y="365760"/>
            <a:ext cx="950976" cy="950976"/>
            <a:chOff x="0" y="0"/>
            <a:chExt cx="1267968" cy="1267968"/>
          </a:xfrm>
        </p:grpSpPr>
        <p:sp>
          <p:nvSpPr>
            <p:cNvPr name="Freeform 9" id="9" descr="/home/claude/ac/a/algo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435072" y="365760"/>
            <a:ext cx="950976" cy="950976"/>
            <a:chOff x="0" y="0"/>
            <a:chExt cx="1267968" cy="1267968"/>
          </a:xfrm>
        </p:grpSpPr>
        <p:sp>
          <p:nvSpPr>
            <p:cNvPr name="Freeform 11" id="11" descr="/home/claude/ac/a/astra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514064" y="365760"/>
            <a:ext cx="950976" cy="950976"/>
            <a:chOff x="0" y="0"/>
            <a:chExt cx="1267968" cy="1267968"/>
          </a:xfrm>
        </p:grpSpPr>
        <p:sp>
          <p:nvSpPr>
            <p:cNvPr name="Freeform 13" id="13" descr="/home/claude/ac/a/aaai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194560" y="402336"/>
            <a:ext cx="11887200" cy="1005840"/>
            <a:chOff x="0" y="0"/>
            <a:chExt cx="15849600" cy="13411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849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0117" r="0" b="-180117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194560" y="395192"/>
            <a:ext cx="11887200" cy="1012984"/>
            <a:chOff x="0" y="0"/>
            <a:chExt cx="15849600" cy="135064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849600" cy="1350645"/>
            </a:xfrm>
            <a:custGeom>
              <a:avLst/>
              <a:gdLst/>
              <a:ahLst/>
              <a:cxnLst/>
              <a:rect r="r" b="b" t="t" l="l"/>
              <a:pathLst>
                <a:path h="1350645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350645"/>
                  </a:lnTo>
                  <a:lnTo>
                    <a:pt x="0" y="135064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78494" r="0" b="-178494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194560" y="388048"/>
            <a:ext cx="11887200" cy="1020127"/>
            <a:chOff x="0" y="0"/>
            <a:chExt cx="15849600" cy="136017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849600" cy="1360170"/>
            </a:xfrm>
            <a:custGeom>
              <a:avLst/>
              <a:gdLst/>
              <a:ahLst/>
              <a:cxnLst/>
              <a:rect r="r" b="b" t="t" l="l"/>
              <a:pathLst>
                <a:path h="136017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360170"/>
                  </a:lnTo>
                  <a:lnTo>
                    <a:pt x="0" y="136017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76894" r="0" b="-17689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194560" y="380905"/>
            <a:ext cx="11887200" cy="1027271"/>
            <a:chOff x="0" y="0"/>
            <a:chExt cx="15849600" cy="136969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849600" cy="1369694"/>
            </a:xfrm>
            <a:custGeom>
              <a:avLst/>
              <a:gdLst/>
              <a:ahLst/>
              <a:cxnLst/>
              <a:rect r="r" b="b" t="t" l="l"/>
              <a:pathLst>
                <a:path h="1369694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369694"/>
                  </a:lnTo>
                  <a:lnTo>
                    <a:pt x="0" y="136969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75473" r="0" b="-17547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58496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252A31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PROBLEM STATEMENT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738360"/>
            <a:ext cx="18288000" cy="548640"/>
            <a:chOff x="0" y="0"/>
            <a:chExt cx="24384000" cy="731520"/>
          </a:xfrm>
        </p:grpSpPr>
        <p:sp>
          <p:nvSpPr>
            <p:cNvPr name="Freeform 3" id="3" descr="/home/claude/ac/d/footer.png"/>
            <p:cNvSpPr/>
            <p:nvPr/>
          </p:nvSpPr>
          <p:spPr>
            <a:xfrm flipH="false" flipV="false" rot="0">
              <a:off x="0" y="0"/>
              <a:ext cx="2438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411480"/>
            <a:ext cx="987552" cy="987552"/>
            <a:chOff x="0" y="0"/>
            <a:chExt cx="1316736" cy="1316736"/>
          </a:xfrm>
        </p:grpSpPr>
        <p:sp>
          <p:nvSpPr>
            <p:cNvPr name="Freeform 5" id="5" descr="Minecraft diamond block icon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316736"/>
                  </a:lnTo>
                  <a:lnTo>
                    <a:pt x="0" y="131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1737360"/>
            <a:ext cx="14081760" cy="64008"/>
            <a:chOff x="0" y="0"/>
            <a:chExt cx="18775680" cy="853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775680" cy="85344"/>
            </a:xfrm>
            <a:custGeom>
              <a:avLst/>
              <a:gdLst/>
              <a:ahLst/>
              <a:cxnLst/>
              <a:rect r="r" b="b" t="t" l="l"/>
              <a:pathLst>
                <a:path h="85344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65A84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356080" y="365760"/>
            <a:ext cx="950976" cy="950976"/>
            <a:chOff x="0" y="0"/>
            <a:chExt cx="1267968" cy="1267968"/>
          </a:xfrm>
        </p:grpSpPr>
        <p:sp>
          <p:nvSpPr>
            <p:cNvPr name="Freeform 9" id="9" descr="/home/claude/ac/a/algo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435072" y="365760"/>
            <a:ext cx="950976" cy="950976"/>
            <a:chOff x="0" y="0"/>
            <a:chExt cx="1267968" cy="1267968"/>
          </a:xfrm>
        </p:grpSpPr>
        <p:sp>
          <p:nvSpPr>
            <p:cNvPr name="Freeform 11" id="11" descr="/home/claude/ac/a/astra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514064" y="365760"/>
            <a:ext cx="950976" cy="950976"/>
            <a:chOff x="0" y="0"/>
            <a:chExt cx="1267968" cy="1267968"/>
          </a:xfrm>
        </p:grpSpPr>
        <p:sp>
          <p:nvSpPr>
            <p:cNvPr name="Freeform 13" id="13" descr="/home/claude/ac/a/aaai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194560" y="402336"/>
            <a:ext cx="11887200" cy="1005840"/>
            <a:chOff x="0" y="0"/>
            <a:chExt cx="15849600" cy="13411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849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0117" r="0" b="-180117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194560" y="395192"/>
            <a:ext cx="11887200" cy="1012984"/>
            <a:chOff x="0" y="0"/>
            <a:chExt cx="15849600" cy="135064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849600" cy="1350645"/>
            </a:xfrm>
            <a:custGeom>
              <a:avLst/>
              <a:gdLst/>
              <a:ahLst/>
              <a:cxnLst/>
              <a:rect r="r" b="b" t="t" l="l"/>
              <a:pathLst>
                <a:path h="1350645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350645"/>
                  </a:lnTo>
                  <a:lnTo>
                    <a:pt x="0" y="135064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78494" r="0" b="-178494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194560" y="388048"/>
            <a:ext cx="11887200" cy="1020127"/>
            <a:chOff x="0" y="0"/>
            <a:chExt cx="15849600" cy="136017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849600" cy="1360170"/>
            </a:xfrm>
            <a:custGeom>
              <a:avLst/>
              <a:gdLst/>
              <a:ahLst/>
              <a:cxnLst/>
              <a:rect r="r" b="b" t="t" l="l"/>
              <a:pathLst>
                <a:path h="136017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360170"/>
                  </a:lnTo>
                  <a:lnTo>
                    <a:pt x="0" y="136017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76894" r="0" b="-17689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194560" y="380905"/>
            <a:ext cx="11887200" cy="1027271"/>
            <a:chOff x="0" y="0"/>
            <a:chExt cx="15849600" cy="136969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849600" cy="1369694"/>
            </a:xfrm>
            <a:custGeom>
              <a:avLst/>
              <a:gdLst/>
              <a:ahLst/>
              <a:cxnLst/>
              <a:rect r="r" b="b" t="t" l="l"/>
              <a:pathLst>
                <a:path h="1369694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369694"/>
                  </a:lnTo>
                  <a:lnTo>
                    <a:pt x="0" y="136969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75473" r="0" b="-17547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58496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252A31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PROPOSED SOLUTION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738360"/>
            <a:ext cx="18288000" cy="548640"/>
            <a:chOff x="0" y="0"/>
            <a:chExt cx="24384000" cy="731520"/>
          </a:xfrm>
        </p:grpSpPr>
        <p:sp>
          <p:nvSpPr>
            <p:cNvPr name="Freeform 3" id="3" descr="/home/claude/ac/d/footer.png"/>
            <p:cNvSpPr/>
            <p:nvPr/>
          </p:nvSpPr>
          <p:spPr>
            <a:xfrm flipH="false" flipV="false" rot="0">
              <a:off x="0" y="0"/>
              <a:ext cx="2438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411480"/>
            <a:ext cx="987552" cy="987552"/>
            <a:chOff x="0" y="0"/>
            <a:chExt cx="1316736" cy="1316736"/>
          </a:xfrm>
        </p:grpSpPr>
        <p:sp>
          <p:nvSpPr>
            <p:cNvPr name="Freeform 5" id="5" descr="Minecraft emerald block icon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316736"/>
                  </a:lnTo>
                  <a:lnTo>
                    <a:pt x="0" y="131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1737360"/>
            <a:ext cx="14081760" cy="64008"/>
            <a:chOff x="0" y="0"/>
            <a:chExt cx="18775680" cy="853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775680" cy="85344"/>
            </a:xfrm>
            <a:custGeom>
              <a:avLst/>
              <a:gdLst/>
              <a:ahLst/>
              <a:cxnLst/>
              <a:rect r="r" b="b" t="t" l="l"/>
              <a:pathLst>
                <a:path h="85344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65A84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356080" y="365760"/>
            <a:ext cx="950976" cy="950976"/>
            <a:chOff x="0" y="0"/>
            <a:chExt cx="1267968" cy="1267968"/>
          </a:xfrm>
        </p:grpSpPr>
        <p:sp>
          <p:nvSpPr>
            <p:cNvPr name="Freeform 9" id="9" descr="/home/claude/ac/a/algo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435072" y="365760"/>
            <a:ext cx="950976" cy="950976"/>
            <a:chOff x="0" y="0"/>
            <a:chExt cx="1267968" cy="1267968"/>
          </a:xfrm>
        </p:grpSpPr>
        <p:sp>
          <p:nvSpPr>
            <p:cNvPr name="Freeform 11" id="11" descr="/home/claude/ac/a/astra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514064" y="365760"/>
            <a:ext cx="950976" cy="950976"/>
            <a:chOff x="0" y="0"/>
            <a:chExt cx="1267968" cy="1267968"/>
          </a:xfrm>
        </p:grpSpPr>
        <p:sp>
          <p:nvSpPr>
            <p:cNvPr name="Freeform 13" id="13" descr="/home/claude/ac/a/aaai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194560" y="402336"/>
            <a:ext cx="11887200" cy="1005840"/>
            <a:chOff x="0" y="0"/>
            <a:chExt cx="15849600" cy="13411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849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0117" r="0" b="-180117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194560" y="395192"/>
            <a:ext cx="11887200" cy="1012984"/>
            <a:chOff x="0" y="0"/>
            <a:chExt cx="15849600" cy="135064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849600" cy="1350645"/>
            </a:xfrm>
            <a:custGeom>
              <a:avLst/>
              <a:gdLst/>
              <a:ahLst/>
              <a:cxnLst/>
              <a:rect r="r" b="b" t="t" l="l"/>
              <a:pathLst>
                <a:path h="1350645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350645"/>
                  </a:lnTo>
                  <a:lnTo>
                    <a:pt x="0" y="135064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78494" r="0" b="-178494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194560" y="388048"/>
            <a:ext cx="11887200" cy="1020127"/>
            <a:chOff x="0" y="0"/>
            <a:chExt cx="15849600" cy="136017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849600" cy="1360170"/>
            </a:xfrm>
            <a:custGeom>
              <a:avLst/>
              <a:gdLst/>
              <a:ahLst/>
              <a:cxnLst/>
              <a:rect r="r" b="b" t="t" l="l"/>
              <a:pathLst>
                <a:path h="136017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360170"/>
                  </a:lnTo>
                  <a:lnTo>
                    <a:pt x="0" y="136017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76894" r="0" b="-17689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194560" y="380905"/>
            <a:ext cx="11887200" cy="1027271"/>
            <a:chOff x="0" y="0"/>
            <a:chExt cx="15849600" cy="136969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849600" cy="1369694"/>
            </a:xfrm>
            <a:custGeom>
              <a:avLst/>
              <a:gdLst/>
              <a:ahLst/>
              <a:cxnLst/>
              <a:rect r="r" b="b" t="t" l="l"/>
              <a:pathLst>
                <a:path h="1369694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369694"/>
                  </a:lnTo>
                  <a:lnTo>
                    <a:pt x="0" y="136969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75473" r="0" b="-17547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58496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252A31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TARGETED USERS &amp; SDG IMPACT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738360"/>
            <a:ext cx="18288000" cy="548640"/>
            <a:chOff x="0" y="0"/>
            <a:chExt cx="24384000" cy="731520"/>
          </a:xfrm>
        </p:grpSpPr>
        <p:sp>
          <p:nvSpPr>
            <p:cNvPr name="Freeform 3" id="3" descr="/home/claude/ac/d/footer.png"/>
            <p:cNvSpPr/>
            <p:nvPr/>
          </p:nvSpPr>
          <p:spPr>
            <a:xfrm flipH="false" flipV="false" rot="0">
              <a:off x="0" y="0"/>
              <a:ext cx="2438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411480"/>
            <a:ext cx="987552" cy="987552"/>
            <a:chOff x="0" y="0"/>
            <a:chExt cx="1316736" cy="1316736"/>
          </a:xfrm>
        </p:grpSpPr>
        <p:sp>
          <p:nvSpPr>
            <p:cNvPr name="Freeform 5" id="5" descr="Minecraft redstone block icon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316736"/>
                  </a:lnTo>
                  <a:lnTo>
                    <a:pt x="0" y="131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1737360"/>
            <a:ext cx="14081760" cy="64008"/>
            <a:chOff x="0" y="0"/>
            <a:chExt cx="18775680" cy="853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775680" cy="85344"/>
            </a:xfrm>
            <a:custGeom>
              <a:avLst/>
              <a:gdLst/>
              <a:ahLst/>
              <a:cxnLst/>
              <a:rect r="r" b="b" t="t" l="l"/>
              <a:pathLst>
                <a:path h="85344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65A84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356080" y="365760"/>
            <a:ext cx="950976" cy="950976"/>
            <a:chOff x="0" y="0"/>
            <a:chExt cx="1267968" cy="1267968"/>
          </a:xfrm>
        </p:grpSpPr>
        <p:sp>
          <p:nvSpPr>
            <p:cNvPr name="Freeform 9" id="9" descr="/home/claude/ac/a/algo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435072" y="365760"/>
            <a:ext cx="950976" cy="950976"/>
            <a:chOff x="0" y="0"/>
            <a:chExt cx="1267968" cy="1267968"/>
          </a:xfrm>
        </p:grpSpPr>
        <p:sp>
          <p:nvSpPr>
            <p:cNvPr name="Freeform 11" id="11" descr="/home/claude/ac/a/astra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514064" y="365760"/>
            <a:ext cx="950976" cy="950976"/>
            <a:chOff x="0" y="0"/>
            <a:chExt cx="1267968" cy="1267968"/>
          </a:xfrm>
        </p:grpSpPr>
        <p:sp>
          <p:nvSpPr>
            <p:cNvPr name="Freeform 13" id="13" descr="/home/claude/ac/a/aaai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194560" y="402336"/>
            <a:ext cx="11887200" cy="1005840"/>
            <a:chOff x="0" y="0"/>
            <a:chExt cx="15849600" cy="13411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849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0117" r="0" b="-180117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194560" y="395192"/>
            <a:ext cx="11887200" cy="1012984"/>
            <a:chOff x="0" y="0"/>
            <a:chExt cx="15849600" cy="135064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849600" cy="1350645"/>
            </a:xfrm>
            <a:custGeom>
              <a:avLst/>
              <a:gdLst/>
              <a:ahLst/>
              <a:cxnLst/>
              <a:rect r="r" b="b" t="t" l="l"/>
              <a:pathLst>
                <a:path h="1350645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350645"/>
                  </a:lnTo>
                  <a:lnTo>
                    <a:pt x="0" y="135064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78494" r="0" b="-178494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194560" y="388048"/>
            <a:ext cx="11887200" cy="1020127"/>
            <a:chOff x="0" y="0"/>
            <a:chExt cx="15849600" cy="136017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849600" cy="1360170"/>
            </a:xfrm>
            <a:custGeom>
              <a:avLst/>
              <a:gdLst/>
              <a:ahLst/>
              <a:cxnLst/>
              <a:rect r="r" b="b" t="t" l="l"/>
              <a:pathLst>
                <a:path h="136017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360170"/>
                  </a:lnTo>
                  <a:lnTo>
                    <a:pt x="0" y="136017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76894" r="0" b="-17689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194560" y="380905"/>
            <a:ext cx="11887200" cy="1027271"/>
            <a:chOff x="0" y="0"/>
            <a:chExt cx="15849600" cy="136969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849600" cy="1369694"/>
            </a:xfrm>
            <a:custGeom>
              <a:avLst/>
              <a:gdLst/>
              <a:ahLst/>
              <a:cxnLst/>
              <a:rect r="r" b="b" t="t" l="l"/>
              <a:pathLst>
                <a:path h="1369694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369694"/>
                  </a:lnTo>
                  <a:lnTo>
                    <a:pt x="0" y="136969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75473" r="0" b="-17547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58496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252A31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AGENTIC AI WORKFLOW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738360"/>
            <a:ext cx="18288000" cy="548640"/>
            <a:chOff x="0" y="0"/>
            <a:chExt cx="24384000" cy="731520"/>
          </a:xfrm>
        </p:grpSpPr>
        <p:sp>
          <p:nvSpPr>
            <p:cNvPr name="Freeform 3" id="3" descr="/home/claude/ac/d/footer.png"/>
            <p:cNvSpPr/>
            <p:nvPr/>
          </p:nvSpPr>
          <p:spPr>
            <a:xfrm flipH="false" flipV="false" rot="0">
              <a:off x="0" y="0"/>
              <a:ext cx="2438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411480"/>
            <a:ext cx="987552" cy="987552"/>
            <a:chOff x="0" y="0"/>
            <a:chExt cx="1316736" cy="1316736"/>
          </a:xfrm>
        </p:grpSpPr>
        <p:sp>
          <p:nvSpPr>
            <p:cNvPr name="Freeform 5" id="5" descr="Minecraft command block icon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316736"/>
                  </a:lnTo>
                  <a:lnTo>
                    <a:pt x="0" y="131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1737360"/>
            <a:ext cx="14081760" cy="64008"/>
            <a:chOff x="0" y="0"/>
            <a:chExt cx="18775680" cy="853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775680" cy="85344"/>
            </a:xfrm>
            <a:custGeom>
              <a:avLst/>
              <a:gdLst/>
              <a:ahLst/>
              <a:cxnLst/>
              <a:rect r="r" b="b" t="t" l="l"/>
              <a:pathLst>
                <a:path h="85344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65A84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356080" y="365760"/>
            <a:ext cx="950976" cy="950976"/>
            <a:chOff x="0" y="0"/>
            <a:chExt cx="1267968" cy="1267968"/>
          </a:xfrm>
        </p:grpSpPr>
        <p:sp>
          <p:nvSpPr>
            <p:cNvPr name="Freeform 9" id="9" descr="/home/claude/ac/a/algo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435072" y="365760"/>
            <a:ext cx="950976" cy="950976"/>
            <a:chOff x="0" y="0"/>
            <a:chExt cx="1267968" cy="1267968"/>
          </a:xfrm>
        </p:grpSpPr>
        <p:sp>
          <p:nvSpPr>
            <p:cNvPr name="Freeform 11" id="11" descr="/home/claude/ac/a/astra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514064" y="365760"/>
            <a:ext cx="950976" cy="950976"/>
            <a:chOff x="0" y="0"/>
            <a:chExt cx="1267968" cy="1267968"/>
          </a:xfrm>
        </p:grpSpPr>
        <p:sp>
          <p:nvSpPr>
            <p:cNvPr name="Freeform 13" id="13" descr="/home/claude/ac/a/aaai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194560" y="402336"/>
            <a:ext cx="11887200" cy="1005840"/>
            <a:chOff x="0" y="0"/>
            <a:chExt cx="15849600" cy="13411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849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0117" r="0" b="-180117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194560" y="395192"/>
            <a:ext cx="11887200" cy="1012984"/>
            <a:chOff x="0" y="0"/>
            <a:chExt cx="15849600" cy="135064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849600" cy="1350645"/>
            </a:xfrm>
            <a:custGeom>
              <a:avLst/>
              <a:gdLst/>
              <a:ahLst/>
              <a:cxnLst/>
              <a:rect r="r" b="b" t="t" l="l"/>
              <a:pathLst>
                <a:path h="1350645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350645"/>
                  </a:lnTo>
                  <a:lnTo>
                    <a:pt x="0" y="135064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78494" r="0" b="-178494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194560" y="388048"/>
            <a:ext cx="11887200" cy="1020127"/>
            <a:chOff x="0" y="0"/>
            <a:chExt cx="15849600" cy="136017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849600" cy="1360170"/>
            </a:xfrm>
            <a:custGeom>
              <a:avLst/>
              <a:gdLst/>
              <a:ahLst/>
              <a:cxnLst/>
              <a:rect r="r" b="b" t="t" l="l"/>
              <a:pathLst>
                <a:path h="136017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360170"/>
                  </a:lnTo>
                  <a:lnTo>
                    <a:pt x="0" y="136017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76894" r="0" b="-17689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194560" y="380905"/>
            <a:ext cx="11887200" cy="1027271"/>
            <a:chOff x="0" y="0"/>
            <a:chExt cx="15849600" cy="136969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849600" cy="1369694"/>
            </a:xfrm>
            <a:custGeom>
              <a:avLst/>
              <a:gdLst/>
              <a:ahLst/>
              <a:cxnLst/>
              <a:rect r="r" b="b" t="t" l="l"/>
              <a:pathLst>
                <a:path h="1369694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369694"/>
                  </a:lnTo>
                  <a:lnTo>
                    <a:pt x="0" y="136969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75473" r="0" b="-17547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58496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252A31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SYSTEM ARCHITECTURE &amp; TECH STACK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738360"/>
            <a:ext cx="18288000" cy="548640"/>
            <a:chOff x="0" y="0"/>
            <a:chExt cx="24384000" cy="731520"/>
          </a:xfrm>
        </p:grpSpPr>
        <p:sp>
          <p:nvSpPr>
            <p:cNvPr name="Freeform 3" id="3" descr="/home/claude/ac/d/footer.png"/>
            <p:cNvSpPr/>
            <p:nvPr/>
          </p:nvSpPr>
          <p:spPr>
            <a:xfrm flipH="false" flipV="false" rot="0">
              <a:off x="0" y="0"/>
              <a:ext cx="2438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411480"/>
            <a:ext cx="987552" cy="987552"/>
            <a:chOff x="0" y="0"/>
            <a:chExt cx="1316736" cy="1316736"/>
          </a:xfrm>
        </p:grpSpPr>
        <p:sp>
          <p:nvSpPr>
            <p:cNvPr name="Freeform 5" id="5" descr="Minecraft beacon icon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316736"/>
                  </a:lnTo>
                  <a:lnTo>
                    <a:pt x="0" y="131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1737360"/>
            <a:ext cx="14081760" cy="64008"/>
            <a:chOff x="0" y="0"/>
            <a:chExt cx="18775680" cy="853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775680" cy="85344"/>
            </a:xfrm>
            <a:custGeom>
              <a:avLst/>
              <a:gdLst/>
              <a:ahLst/>
              <a:cxnLst/>
              <a:rect r="r" b="b" t="t" l="l"/>
              <a:pathLst>
                <a:path h="85344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65A84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356080" y="365760"/>
            <a:ext cx="950976" cy="950976"/>
            <a:chOff x="0" y="0"/>
            <a:chExt cx="1267968" cy="1267968"/>
          </a:xfrm>
        </p:grpSpPr>
        <p:sp>
          <p:nvSpPr>
            <p:cNvPr name="Freeform 9" id="9" descr="/home/claude/ac/a/algo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435072" y="365760"/>
            <a:ext cx="950976" cy="950976"/>
            <a:chOff x="0" y="0"/>
            <a:chExt cx="1267968" cy="1267968"/>
          </a:xfrm>
        </p:grpSpPr>
        <p:sp>
          <p:nvSpPr>
            <p:cNvPr name="Freeform 11" id="11" descr="/home/claude/ac/a/astra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514064" y="365760"/>
            <a:ext cx="950976" cy="950976"/>
            <a:chOff x="0" y="0"/>
            <a:chExt cx="1267968" cy="1267968"/>
          </a:xfrm>
        </p:grpSpPr>
        <p:sp>
          <p:nvSpPr>
            <p:cNvPr name="Freeform 13" id="13" descr="/home/claude/ac/a/aaai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194560" y="402336"/>
            <a:ext cx="11887200" cy="1005840"/>
            <a:chOff x="0" y="0"/>
            <a:chExt cx="15849600" cy="13411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849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0117" r="0" b="-180117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194560" y="395192"/>
            <a:ext cx="11887200" cy="1012984"/>
            <a:chOff x="0" y="0"/>
            <a:chExt cx="15849600" cy="135064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849600" cy="1350645"/>
            </a:xfrm>
            <a:custGeom>
              <a:avLst/>
              <a:gdLst/>
              <a:ahLst/>
              <a:cxnLst/>
              <a:rect r="r" b="b" t="t" l="l"/>
              <a:pathLst>
                <a:path h="1350645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350645"/>
                  </a:lnTo>
                  <a:lnTo>
                    <a:pt x="0" y="135064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78494" r="0" b="-178494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194560" y="388048"/>
            <a:ext cx="11887200" cy="1020127"/>
            <a:chOff x="0" y="0"/>
            <a:chExt cx="15849600" cy="136017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849600" cy="1360170"/>
            </a:xfrm>
            <a:custGeom>
              <a:avLst/>
              <a:gdLst/>
              <a:ahLst/>
              <a:cxnLst/>
              <a:rect r="r" b="b" t="t" l="l"/>
              <a:pathLst>
                <a:path h="136017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360170"/>
                  </a:lnTo>
                  <a:lnTo>
                    <a:pt x="0" y="136017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76894" r="0" b="-17689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194560" y="380905"/>
            <a:ext cx="11887200" cy="1027271"/>
            <a:chOff x="0" y="0"/>
            <a:chExt cx="15849600" cy="136969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849600" cy="1369694"/>
            </a:xfrm>
            <a:custGeom>
              <a:avLst/>
              <a:gdLst/>
              <a:ahLst/>
              <a:cxnLst/>
              <a:rect r="r" b="b" t="t" l="l"/>
              <a:pathLst>
                <a:path h="1369694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369694"/>
                  </a:lnTo>
                  <a:lnTo>
                    <a:pt x="0" y="136969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75473" r="0" b="-17547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58496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252A31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IMPACT &amp; FEASIBILITY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738360"/>
            <a:ext cx="18288000" cy="548640"/>
            <a:chOff x="0" y="0"/>
            <a:chExt cx="24384000" cy="731520"/>
          </a:xfrm>
        </p:grpSpPr>
        <p:sp>
          <p:nvSpPr>
            <p:cNvPr name="Freeform 3" id="3" descr="/home/claude/ac/d/footer.png"/>
            <p:cNvSpPr/>
            <p:nvPr/>
          </p:nvSpPr>
          <p:spPr>
            <a:xfrm flipH="false" flipV="false" rot="0">
              <a:off x="0" y="0"/>
              <a:ext cx="2438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411480"/>
            <a:ext cx="987552" cy="987552"/>
            <a:chOff x="0" y="0"/>
            <a:chExt cx="1316736" cy="1316736"/>
          </a:xfrm>
        </p:grpSpPr>
        <p:sp>
          <p:nvSpPr>
            <p:cNvPr name="Freeform 5" id="5" descr="Minecraft obsidian block icon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316736"/>
                  </a:lnTo>
                  <a:lnTo>
                    <a:pt x="0" y="131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97280" y="1737360"/>
            <a:ext cx="14081760" cy="64008"/>
            <a:chOff x="0" y="0"/>
            <a:chExt cx="18775680" cy="853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775680" cy="85344"/>
            </a:xfrm>
            <a:custGeom>
              <a:avLst/>
              <a:gdLst/>
              <a:ahLst/>
              <a:cxnLst/>
              <a:rect r="r" b="b" t="t" l="l"/>
              <a:pathLst>
                <a:path h="85344" w="18775680">
                  <a:moveTo>
                    <a:pt x="0" y="0"/>
                  </a:moveTo>
                  <a:lnTo>
                    <a:pt x="18775680" y="0"/>
                  </a:lnTo>
                  <a:lnTo>
                    <a:pt x="18775680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65A84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356080" y="365760"/>
            <a:ext cx="950976" cy="950976"/>
            <a:chOff x="0" y="0"/>
            <a:chExt cx="1267968" cy="1267968"/>
          </a:xfrm>
        </p:grpSpPr>
        <p:sp>
          <p:nvSpPr>
            <p:cNvPr name="Freeform 9" id="9" descr="/home/claude/ac/a/algo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435072" y="365760"/>
            <a:ext cx="950976" cy="950976"/>
            <a:chOff x="0" y="0"/>
            <a:chExt cx="1267968" cy="1267968"/>
          </a:xfrm>
        </p:grpSpPr>
        <p:sp>
          <p:nvSpPr>
            <p:cNvPr name="Freeform 11" id="11" descr="/home/claude/ac/a/astra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514064" y="365760"/>
            <a:ext cx="950976" cy="950976"/>
            <a:chOff x="0" y="0"/>
            <a:chExt cx="1267968" cy="1267968"/>
          </a:xfrm>
        </p:grpSpPr>
        <p:sp>
          <p:nvSpPr>
            <p:cNvPr name="Freeform 13" id="13" descr="/home/claude/ac/a/aaai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194560" y="402336"/>
            <a:ext cx="11887200" cy="1005840"/>
            <a:chOff x="0" y="0"/>
            <a:chExt cx="15849600" cy="13411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849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0117" r="0" b="-180117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194560" y="395192"/>
            <a:ext cx="11887200" cy="1012984"/>
            <a:chOff x="0" y="0"/>
            <a:chExt cx="15849600" cy="135064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849600" cy="1350645"/>
            </a:xfrm>
            <a:custGeom>
              <a:avLst/>
              <a:gdLst/>
              <a:ahLst/>
              <a:cxnLst/>
              <a:rect r="r" b="b" t="t" l="l"/>
              <a:pathLst>
                <a:path h="1350645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350645"/>
                  </a:lnTo>
                  <a:lnTo>
                    <a:pt x="0" y="135064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78494" r="0" b="-178494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194560" y="388048"/>
            <a:ext cx="11887200" cy="1020127"/>
            <a:chOff x="0" y="0"/>
            <a:chExt cx="15849600" cy="136017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849600" cy="1360170"/>
            </a:xfrm>
            <a:custGeom>
              <a:avLst/>
              <a:gdLst/>
              <a:ahLst/>
              <a:cxnLst/>
              <a:rect r="r" b="b" t="t" l="l"/>
              <a:pathLst>
                <a:path h="136017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360170"/>
                  </a:lnTo>
                  <a:lnTo>
                    <a:pt x="0" y="136017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76894" r="0" b="-17689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194560" y="380905"/>
            <a:ext cx="11887200" cy="1027271"/>
            <a:chOff x="0" y="0"/>
            <a:chExt cx="15849600" cy="136969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849600" cy="1369694"/>
            </a:xfrm>
            <a:custGeom>
              <a:avLst/>
              <a:gdLst/>
              <a:ahLst/>
              <a:cxnLst/>
              <a:rect r="r" b="b" t="t" l="l"/>
              <a:pathLst>
                <a:path h="1369694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369694"/>
                  </a:lnTo>
                  <a:lnTo>
                    <a:pt x="0" y="136969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75473" r="0" b="-17547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584960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252A31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SAFETY, SECURITY &amp; LIMITATIONS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1675" y="305410"/>
            <a:ext cx="1016794" cy="1027748"/>
            <a:chOff x="0" y="0"/>
            <a:chExt cx="1355725" cy="1370330"/>
          </a:xfrm>
        </p:grpSpPr>
        <p:sp>
          <p:nvSpPr>
            <p:cNvPr name="Freeform 3" id="3" descr="/home/claude/ac/d/ref_icon.png"/>
            <p:cNvSpPr/>
            <p:nvPr/>
          </p:nvSpPr>
          <p:spPr>
            <a:xfrm flipH="false" flipV="false" rot="0">
              <a:off x="0" y="0"/>
              <a:ext cx="1355725" cy="1370330"/>
            </a:xfrm>
            <a:custGeom>
              <a:avLst/>
              <a:gdLst/>
              <a:ahLst/>
              <a:cxnLst/>
              <a:rect r="r" b="b" t="t" l="l"/>
              <a:pathLst>
                <a:path h="1370330" w="1355725">
                  <a:moveTo>
                    <a:pt x="0" y="0"/>
                  </a:moveTo>
                  <a:lnTo>
                    <a:pt x="1355725" y="0"/>
                  </a:lnTo>
                  <a:lnTo>
                    <a:pt x="1355725" y="1370330"/>
                  </a:lnTo>
                  <a:lnTo>
                    <a:pt x="0" y="1370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3280867"/>
            <a:ext cx="6781229" cy="5797296"/>
            <a:chOff x="0" y="0"/>
            <a:chExt cx="9041638" cy="7729728"/>
          </a:xfrm>
        </p:grpSpPr>
        <p:sp>
          <p:nvSpPr>
            <p:cNvPr name="Freeform 5" id="5" descr="/home/claude/ac/d/ref_left.png"/>
            <p:cNvSpPr/>
            <p:nvPr/>
          </p:nvSpPr>
          <p:spPr>
            <a:xfrm flipH="false" flipV="false" rot="0">
              <a:off x="0" y="0"/>
              <a:ext cx="9041638" cy="7729728"/>
            </a:xfrm>
            <a:custGeom>
              <a:avLst/>
              <a:gdLst/>
              <a:ahLst/>
              <a:cxnLst/>
              <a:rect r="r" b="b" t="t" l="l"/>
              <a:pathLst>
                <a:path h="7729728" w="9041638">
                  <a:moveTo>
                    <a:pt x="0" y="0"/>
                  </a:moveTo>
                  <a:lnTo>
                    <a:pt x="9041638" y="0"/>
                  </a:lnTo>
                  <a:lnTo>
                    <a:pt x="9041638" y="7729728"/>
                  </a:lnTo>
                  <a:lnTo>
                    <a:pt x="0" y="77297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" t="0" r="-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375136" y="4593946"/>
            <a:ext cx="6912864" cy="4484180"/>
            <a:chOff x="0" y="0"/>
            <a:chExt cx="9217152" cy="5978906"/>
          </a:xfrm>
        </p:grpSpPr>
        <p:sp>
          <p:nvSpPr>
            <p:cNvPr name="Freeform 7" id="7" descr="/home/claude/ac/d/ref_right.png"/>
            <p:cNvSpPr/>
            <p:nvPr/>
          </p:nvSpPr>
          <p:spPr>
            <a:xfrm flipH="false" flipV="false" rot="0">
              <a:off x="0" y="0"/>
              <a:ext cx="9217152" cy="5978906"/>
            </a:xfrm>
            <a:custGeom>
              <a:avLst/>
              <a:gdLst/>
              <a:ahLst/>
              <a:cxnLst/>
              <a:rect r="r" b="b" t="t" l="l"/>
              <a:pathLst>
                <a:path h="5978906" w="9217152">
                  <a:moveTo>
                    <a:pt x="0" y="0"/>
                  </a:moveTo>
                  <a:lnTo>
                    <a:pt x="9217152" y="0"/>
                  </a:lnTo>
                  <a:lnTo>
                    <a:pt x="9217152" y="5978906"/>
                  </a:lnTo>
                  <a:lnTo>
                    <a:pt x="0" y="5978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" r="0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609595" y="808672"/>
            <a:ext cx="5819204" cy="3500342"/>
            <a:chOff x="0" y="0"/>
            <a:chExt cx="7758938" cy="4667123"/>
          </a:xfrm>
        </p:grpSpPr>
        <p:sp>
          <p:nvSpPr>
            <p:cNvPr name="Freeform 9" id="9" descr="/home/claude/ac/d/ref_sky.png"/>
            <p:cNvSpPr/>
            <p:nvPr/>
          </p:nvSpPr>
          <p:spPr>
            <a:xfrm flipH="false" flipV="false" rot="0">
              <a:off x="0" y="0"/>
              <a:ext cx="7758938" cy="4667123"/>
            </a:xfrm>
            <a:custGeom>
              <a:avLst/>
              <a:gdLst/>
              <a:ahLst/>
              <a:cxnLst/>
              <a:rect r="r" b="b" t="t" l="l"/>
              <a:pathLst>
                <a:path h="4667123" w="7758938">
                  <a:moveTo>
                    <a:pt x="0" y="0"/>
                  </a:moveTo>
                  <a:lnTo>
                    <a:pt x="7758938" y="0"/>
                  </a:lnTo>
                  <a:lnTo>
                    <a:pt x="7758938" y="4667123"/>
                  </a:lnTo>
                  <a:lnTo>
                    <a:pt x="0" y="46671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9078163"/>
            <a:ext cx="18288000" cy="1214342"/>
            <a:chOff x="0" y="0"/>
            <a:chExt cx="24384000" cy="1619123"/>
          </a:xfrm>
        </p:grpSpPr>
        <p:sp>
          <p:nvSpPr>
            <p:cNvPr name="Freeform 11" id="11" descr="/home/claude/ac/d/ref_footer.png"/>
            <p:cNvSpPr/>
            <p:nvPr/>
          </p:nvSpPr>
          <p:spPr>
            <a:xfrm flipH="false" flipV="false" rot="0">
              <a:off x="0" y="0"/>
              <a:ext cx="24384000" cy="1619123"/>
            </a:xfrm>
            <a:custGeom>
              <a:avLst/>
              <a:gdLst/>
              <a:ahLst/>
              <a:cxnLst/>
              <a:rect r="r" b="b" t="t" l="l"/>
              <a:pathLst>
                <a:path h="161912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619123"/>
                  </a:lnTo>
                  <a:lnTo>
                    <a:pt x="0" y="16191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0" t="0" r="-1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55648" y="365760"/>
            <a:ext cx="8778240" cy="914400"/>
            <a:chOff x="0" y="0"/>
            <a:chExt cx="11704320" cy="1219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7043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36926" r="0" b="-136926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55648" y="351472"/>
            <a:ext cx="8778240" cy="928688"/>
            <a:chOff x="0" y="0"/>
            <a:chExt cx="11704320" cy="12382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704320" cy="1238250"/>
            </a:xfrm>
            <a:custGeom>
              <a:avLst/>
              <a:gdLst/>
              <a:ahLst/>
              <a:cxnLst/>
              <a:rect r="r" b="b" t="t" l="l"/>
              <a:pathLst>
                <a:path h="123825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238250"/>
                  </a:lnTo>
                  <a:lnTo>
                    <a:pt x="0" y="123825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34050" r="0" b="-13405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755648" y="337185"/>
            <a:ext cx="8778240" cy="942975"/>
            <a:chOff x="0" y="0"/>
            <a:chExt cx="11704320" cy="12573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704320" cy="1257300"/>
            </a:xfrm>
            <a:custGeom>
              <a:avLst/>
              <a:gdLst/>
              <a:ahLst/>
              <a:cxnLst/>
              <a:rect r="r" b="b" t="t" l="l"/>
              <a:pathLst>
                <a:path h="125730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257300"/>
                  </a:lnTo>
                  <a:lnTo>
                    <a:pt x="0" y="12573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31261" r="0" b="-13126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755648" y="322897"/>
            <a:ext cx="8778240" cy="957262"/>
            <a:chOff x="0" y="0"/>
            <a:chExt cx="11704320" cy="12763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704320" cy="1276350"/>
            </a:xfrm>
            <a:custGeom>
              <a:avLst/>
              <a:gdLst/>
              <a:ahLst/>
              <a:cxnLst/>
              <a:rect r="r" b="b" t="t" l="l"/>
              <a:pathLst>
                <a:path h="1276350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1276350"/>
                  </a:lnTo>
                  <a:lnTo>
                    <a:pt x="0" y="127635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28680" r="0" b="-12868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170432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1B1F24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CONCLUSION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69684" y="1321184"/>
            <a:ext cx="11096911" cy="133731"/>
            <a:chOff x="0" y="0"/>
            <a:chExt cx="14795881" cy="17830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795881" cy="178308"/>
            </a:xfrm>
            <a:custGeom>
              <a:avLst/>
              <a:gdLst/>
              <a:ahLst/>
              <a:cxnLst/>
              <a:rect r="r" b="b" t="t" l="l"/>
              <a:pathLst>
                <a:path h="178308" w="14795881">
                  <a:moveTo>
                    <a:pt x="0" y="0"/>
                  </a:moveTo>
                  <a:lnTo>
                    <a:pt x="14795881" y="0"/>
                  </a:lnTo>
                  <a:lnTo>
                    <a:pt x="14795881" y="178308"/>
                  </a:lnTo>
                  <a:lnTo>
                    <a:pt x="0" y="178308"/>
                  </a:lnTo>
                  <a:close/>
                </a:path>
              </a:pathLst>
            </a:custGeom>
            <a:solidFill>
              <a:srgbClr val="4F8739"/>
            </a:solidFill>
            <a:ln w="25400" cap="sq">
              <a:solidFill>
                <a:srgbClr val="4F8739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3390595" y="6051709"/>
            <a:ext cx="11704320" cy="1554480"/>
            <a:chOff x="0" y="0"/>
            <a:chExt cx="15605760" cy="2072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605761" cy="2072640"/>
            </a:xfrm>
            <a:custGeom>
              <a:avLst/>
              <a:gdLst/>
              <a:ahLst/>
              <a:cxnLst/>
              <a:rect r="r" b="b" t="t" l="l"/>
              <a:pathLst>
                <a:path h="2072640" w="15605761">
                  <a:moveTo>
                    <a:pt x="0" y="0"/>
                  </a:moveTo>
                  <a:lnTo>
                    <a:pt x="15605761" y="0"/>
                  </a:lnTo>
                  <a:lnTo>
                    <a:pt x="15605761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6609" r="0" b="-96608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3390595" y="6044565"/>
            <a:ext cx="11704320" cy="1561624"/>
            <a:chOff x="0" y="0"/>
            <a:chExt cx="15605760" cy="208216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5605761" cy="2082165"/>
            </a:xfrm>
            <a:custGeom>
              <a:avLst/>
              <a:gdLst/>
              <a:ahLst/>
              <a:cxnLst/>
              <a:rect r="r" b="b" t="t" l="l"/>
              <a:pathLst>
                <a:path h="2082165" w="15605761">
                  <a:moveTo>
                    <a:pt x="0" y="0"/>
                  </a:moveTo>
                  <a:lnTo>
                    <a:pt x="15605761" y="0"/>
                  </a:lnTo>
                  <a:lnTo>
                    <a:pt x="15605761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5938" r="0" b="-95937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3390595" y="6037421"/>
            <a:ext cx="11704320" cy="1568768"/>
            <a:chOff x="0" y="0"/>
            <a:chExt cx="15605760" cy="209169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605761" cy="2091690"/>
            </a:xfrm>
            <a:custGeom>
              <a:avLst/>
              <a:gdLst/>
              <a:ahLst/>
              <a:cxnLst/>
              <a:rect r="r" b="b" t="t" l="l"/>
              <a:pathLst>
                <a:path h="2091690" w="15605761">
                  <a:moveTo>
                    <a:pt x="0" y="0"/>
                  </a:moveTo>
                  <a:lnTo>
                    <a:pt x="15605761" y="0"/>
                  </a:lnTo>
                  <a:lnTo>
                    <a:pt x="15605761" y="2091690"/>
                  </a:lnTo>
                  <a:lnTo>
                    <a:pt x="0" y="209169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95273" r="0" b="-95273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3390614" y="6741201"/>
            <a:ext cx="11704320" cy="1575911"/>
            <a:chOff x="0" y="0"/>
            <a:chExt cx="15605760" cy="210121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605761" cy="2101216"/>
            </a:xfrm>
            <a:custGeom>
              <a:avLst/>
              <a:gdLst/>
              <a:ahLst/>
              <a:cxnLst/>
              <a:rect r="r" b="b" t="t" l="l"/>
              <a:pathLst>
                <a:path h="2101216" w="15605761">
                  <a:moveTo>
                    <a:pt x="0" y="0"/>
                  </a:moveTo>
                  <a:lnTo>
                    <a:pt x="15605761" y="0"/>
                  </a:lnTo>
                  <a:lnTo>
                    <a:pt x="15605761" y="2101216"/>
                  </a:lnTo>
                  <a:lnTo>
                    <a:pt x="0" y="2101216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94715" r="0" b="-9471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15605760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439"/>
                </a:lnSpc>
              </a:pPr>
              <a:r>
                <a:rPr lang="en-US" sz="11199" b="true">
                  <a:solidFill>
                    <a:srgbClr val="1B1F24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THANK </a:t>
              </a:r>
              <a:r>
                <a:rPr lang="en-US" sz="11199" b="true">
                  <a:solidFill>
                    <a:srgbClr val="4F8739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YOU!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2700000">
            <a:off x="5298805" y="8391029"/>
            <a:ext cx="356902" cy="356902"/>
            <a:chOff x="0" y="0"/>
            <a:chExt cx="475869" cy="47586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75869" cy="475869"/>
            </a:xfrm>
            <a:custGeom>
              <a:avLst/>
              <a:gdLst/>
              <a:ahLst/>
              <a:cxnLst/>
              <a:rect r="r" b="b" t="t" l="l"/>
              <a:pathLst>
                <a:path h="475869" w="475869">
                  <a:moveTo>
                    <a:pt x="0" y="0"/>
                  </a:moveTo>
                  <a:lnTo>
                    <a:pt x="475869" y="0"/>
                  </a:lnTo>
                  <a:lnTo>
                    <a:pt x="475869" y="475869"/>
                  </a:lnTo>
                  <a:lnTo>
                    <a:pt x="0" y="475869"/>
                  </a:lnTo>
                  <a:close/>
                </a:path>
              </a:pathLst>
            </a:custGeom>
            <a:solidFill>
              <a:srgbClr val="4F8739"/>
            </a:solidFill>
            <a:ln w="25400" cap="sq">
              <a:solidFill>
                <a:srgbClr val="4F8739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816393" y="8468010"/>
            <a:ext cx="210598" cy="164878"/>
            <a:chOff x="0" y="0"/>
            <a:chExt cx="280797" cy="21983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80797" cy="219837"/>
            </a:xfrm>
            <a:custGeom>
              <a:avLst/>
              <a:gdLst/>
              <a:ahLst/>
              <a:cxnLst/>
              <a:rect r="r" b="b" t="t" l="l"/>
              <a:pathLst>
                <a:path h="219837" w="280797">
                  <a:moveTo>
                    <a:pt x="0" y="0"/>
                  </a:moveTo>
                  <a:lnTo>
                    <a:pt x="280797" y="0"/>
                  </a:lnTo>
                  <a:lnTo>
                    <a:pt x="280797" y="219837"/>
                  </a:lnTo>
                  <a:lnTo>
                    <a:pt x="0" y="219837"/>
                  </a:lnTo>
                  <a:close/>
                </a:path>
              </a:pathLst>
            </a:custGeom>
            <a:solidFill>
              <a:srgbClr val="4F8739"/>
            </a:solidFill>
            <a:ln w="25400" cap="sq">
              <a:solidFill>
                <a:srgbClr val="4F8739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2700000">
            <a:off x="12894110" y="8371998"/>
            <a:ext cx="356902" cy="356902"/>
            <a:chOff x="0" y="0"/>
            <a:chExt cx="475869" cy="47586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75869" cy="475869"/>
            </a:xfrm>
            <a:custGeom>
              <a:avLst/>
              <a:gdLst/>
              <a:ahLst/>
              <a:cxnLst/>
              <a:rect r="r" b="b" t="t" l="l"/>
              <a:pathLst>
                <a:path h="475869" w="475869">
                  <a:moveTo>
                    <a:pt x="0" y="0"/>
                  </a:moveTo>
                  <a:lnTo>
                    <a:pt x="475869" y="0"/>
                  </a:lnTo>
                  <a:lnTo>
                    <a:pt x="475869" y="475869"/>
                  </a:lnTo>
                  <a:lnTo>
                    <a:pt x="0" y="475869"/>
                  </a:lnTo>
                  <a:close/>
                </a:path>
              </a:pathLst>
            </a:custGeom>
            <a:solidFill>
              <a:srgbClr val="4F8739"/>
            </a:solidFill>
            <a:ln w="25400" cap="sq">
              <a:solidFill>
                <a:srgbClr val="4F8739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2504296" y="8487041"/>
            <a:ext cx="210598" cy="164878"/>
            <a:chOff x="0" y="0"/>
            <a:chExt cx="280797" cy="21983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80797" cy="219837"/>
            </a:xfrm>
            <a:custGeom>
              <a:avLst/>
              <a:gdLst/>
              <a:ahLst/>
              <a:cxnLst/>
              <a:rect r="r" b="b" t="t" l="l"/>
              <a:pathLst>
                <a:path h="219837" w="280797">
                  <a:moveTo>
                    <a:pt x="0" y="0"/>
                  </a:moveTo>
                  <a:lnTo>
                    <a:pt x="280797" y="0"/>
                  </a:lnTo>
                  <a:lnTo>
                    <a:pt x="280797" y="219837"/>
                  </a:lnTo>
                  <a:lnTo>
                    <a:pt x="0" y="219837"/>
                  </a:lnTo>
                  <a:close/>
                </a:path>
              </a:pathLst>
            </a:custGeom>
            <a:solidFill>
              <a:srgbClr val="4F8739"/>
            </a:solidFill>
            <a:ln w="25400" cap="sq">
              <a:solidFill>
                <a:srgbClr val="4F8739"/>
              </a:solidFill>
              <a:prstDash val="solid"/>
              <a:miter/>
            </a:ln>
          </p:spPr>
        </p:sp>
      </p:grpSp>
      <p:sp>
        <p:nvSpPr>
          <p:cNvPr name="AutoShape 40" id="40"/>
          <p:cNvSpPr/>
          <p:nvPr/>
        </p:nvSpPr>
        <p:spPr>
          <a:xfrm>
            <a:off x="6131796" y="8550449"/>
            <a:ext cx="6024409" cy="19031"/>
          </a:xfrm>
          <a:prstGeom prst="line">
            <a:avLst/>
          </a:prstGeom>
          <a:ln cap="rnd" w="19050">
            <a:solidFill>
              <a:srgbClr val="4F873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1" id="41"/>
          <p:cNvGrpSpPr/>
          <p:nvPr/>
        </p:nvGrpSpPr>
        <p:grpSpPr>
          <a:xfrm rot="0">
            <a:off x="14356080" y="365760"/>
            <a:ext cx="950976" cy="950976"/>
            <a:chOff x="0" y="0"/>
            <a:chExt cx="1267968" cy="1267968"/>
          </a:xfrm>
        </p:grpSpPr>
        <p:sp>
          <p:nvSpPr>
            <p:cNvPr name="Freeform 42" id="42" descr="Algo Vedas logo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5435072" y="365760"/>
            <a:ext cx="950976" cy="950976"/>
            <a:chOff x="0" y="0"/>
            <a:chExt cx="1267968" cy="1267968"/>
          </a:xfrm>
        </p:grpSpPr>
        <p:sp>
          <p:nvSpPr>
            <p:cNvPr name="Freeform 44" id="44" descr="ASTRA Student Association logo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6514064" y="365760"/>
            <a:ext cx="950976" cy="950976"/>
            <a:chOff x="0" y="0"/>
            <a:chExt cx="1267968" cy="1267968"/>
          </a:xfrm>
        </p:grpSpPr>
        <p:sp>
          <p:nvSpPr>
            <p:cNvPr name="Freeform 46" id="46" descr="AAAI logo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3390595" y="8129997"/>
            <a:ext cx="11704320" cy="560003"/>
            <a:chOff x="0" y="0"/>
            <a:chExt cx="15605760" cy="74667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5605761" cy="746633"/>
            </a:xfrm>
            <a:custGeom>
              <a:avLst/>
              <a:gdLst/>
              <a:ahLst/>
              <a:cxnLst/>
              <a:rect r="r" b="b" t="t" l="l"/>
              <a:pathLst>
                <a:path h="746633" w="15605761">
                  <a:moveTo>
                    <a:pt x="0" y="0"/>
                  </a:moveTo>
                  <a:lnTo>
                    <a:pt x="15605761" y="0"/>
                  </a:lnTo>
                  <a:lnTo>
                    <a:pt x="15605761" y="746633"/>
                  </a:lnTo>
                  <a:lnTo>
                    <a:pt x="0" y="746633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56980" r="0" b="-356985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DAHYiw0Vwlw</dc:identifier>
  <dcterms:modified xsi:type="dcterms:W3CDTF">2011-08-01T06:04:30Z</dcterms:modified>
  <cp:revision>1</cp:revision>
</cp:coreProperties>
</file>